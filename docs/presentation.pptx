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Storage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DBE4F0"/>
                </a:solidFill>
                <a:latin typeface="Calibri"/>
              </a:rPr>
              <a:t>An Intelligent, Explainable Storage Cleanup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DBE4F0"/>
                </a:solidFill>
                <a:latin typeface="Calibri"/>
              </a:rPr>
              <a:t>Academic project — AI at the Application Level  ·  storage_ai/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The problem this project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Storage fills up silently: duplicate files, stale downloads, unbounded logs and caches.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Manual triage is slow and risky — which files are truly unused? which app owns this data?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Goal: an assistant that finds, explains, and safely acts on cleanup opportunities.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Built as an academic project on “AI at the Application Level.”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Classical, explainable AI — not an LLM by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94415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Every recommendation traces back to a concrete, inspectable reason.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Content hashing, weakly-supervised classification, linear regression, K-means clustering.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A local LLM appears exactly once, as a narrowly-scoped last resort (Section 8) — never the default path.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No API keys, no GPU, no network calls at runtime — fully offline and reproducible.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Design philosophy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Two orchestrators, one shared store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119" y="1481328"/>
            <a:ext cx="6315456" cy="4736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Architecture  ·  see docs/architecture.png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CORE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Duplicate detection &amp; unused-file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Duplicate detection: size → partial-hash → full-hash funnel — only real candidates get fully read.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Unused-file scoring: a RandomForestClassifier trained on weakly-labeled access patterns.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Falls back to a pure heuristic when there isn't enough data to train a real model.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Produces a 0–1 “likely unused” score per file — informational only, never auto-deleted.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Core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CORE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Growth forecasting &amp; file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Storage growth forecasting: linear regression over real scan history, or a file-timestamp pseudo-history on a first scan.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K-means clustering groups files by size and staleness into archetypes like “Large &amp; Stale.”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An unsupervised cross-check, independent of the unused-file classifier — not a duplicate of it.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“No growth trend detected” is a correct answer, not a bug, when there's no signal to extrapolate.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Core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CORE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Path classification &amp; ranked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76072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Every file tagged: system · log · cache · application_data · user_data · trash · other.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Known-service bonus label (e.g. /var/lib/postgresql → PostgreSQL) with tailored advice.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Duplicates, unused files, storage warnings, and category advisories merge into one ranked list.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Sorted by estimated space recovered, each row backed by a concrete reason.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3268898"/>
            <a:ext cx="5242255" cy="1161451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406058"/>
            <a:ext cx="4967935" cy="887131"/>
          </a:xfrm>
          <a:prstGeom prst="rect">
            <a:avLst/>
          </a:prstGeom>
          <a:ln w="12700">
            <a:solidFill>
              <a:srgbClr val="AAB4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Real screenshot: a genuine demo scan (duplicate + 2 unused files, 1.9 MB recoverable)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CORE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Visualization — and provenance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760720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Dashboard, File Types, 30-day Forecast, Folder treemap, and Cluster scatter — one story per chart.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Every chart's ℹ button now shows the real directories behind a total, not just an opaque number.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E.g. “User data: 1.3 GB” becomes an actual, inspectable list of folders on click.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legend_detail.py: one small module, reused unchanged across four structurally different charts.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2186598"/>
            <a:ext cx="5242255" cy="3326051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23758"/>
            <a:ext cx="4967935" cy="3051731"/>
          </a:xfrm>
          <a:prstGeom prst="rect">
            <a:avLst/>
          </a:prstGeom>
          <a:ln w="12700">
            <a:solidFill>
              <a:srgbClr val="AAB4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Real screenshot: top-level folder treemap from a genuine demo scan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Safe by default, reversible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Cleanup actions send files to the OS trash or a local dated archive folder — never a hard delete.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Files under a live service's data directory, or real OS system paths, are never offered as candidates.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An advisory can only ever suggest — no advisory string can itself trigger a delete or archive.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A storage tool that's occasionally wrong about “unused” must stay recoverable.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Safety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LIVE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Real-time activity monitoring (Section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Cross-platform create/modify/delete watcher (watchdog) — runs from the GUI or as a standalone service.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Rate-based trend alerts: large file added, rapid deletes by one user, activity bursts.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Alerts fire on plain, explainable thresholds — not a learned model.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Optional Linux auditd integration upgrades attribution from “who owns this file” to “who actually did this.”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Live activity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APPLICATION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How does it find an app it's never been taught? (Section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94415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The core question: config files live in different places per app — how to find storagePath generically?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1. Live process introspection (/proc) — real command-line flags and open files, not a claim.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2. Structured config-file parsing — JSON, YAML, TOML, INI, fuzzy-matched for path-like settings.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3. The curated known-service table — classification, not discovery (the opposite direction).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4. An optional local, CPU-only extractive-QA model — a last resort, only for the residual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Application discovery  ·  docs/METHODOLOGY.md Section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APPLICATION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Real bugs found — not hypothesized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Question-phrasing brittleness: identical text, different question wording, wildly different extraction quality.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Span imprecision: naive token decoding fragmented paths (“mongo - storage”) — fixed with offset-mapping.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555F70"/>
                </a:solidFill>
                <a:latin typeface="Calibri"/>
              </a:rPr>
              <a:t>-  A verified hallucination: the model reported 0.47 confidence extracting an answer from text with NO path in it at all.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Fix: a mandatory, deterministic path-shape check — independent of confidence — locked in as a regression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Application discovery  ·  empirically calibrated, not just implemented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APPLICATION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App Data Suggestions — batched across the whole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57607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app_suggestions.py reuses app_discovery.py unchanged, once per distinct running process.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Only surfaces a finding if it maps to real advisory text — stays a short, actionable list.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Independent Run / Rerun and Stop controls, cancellable mid-run — same pattern as the main scan.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2D4E"/>
                </a:solidFill>
                <a:latin typeface="Calibri"/>
              </a:rPr>
              <a:t>•  The screenshot is a genuine finding from this machine, not a mock-up.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3550726"/>
            <a:ext cx="5242255" cy="1054995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687886"/>
            <a:ext cx="4967935" cy="780675"/>
          </a:xfrm>
          <a:prstGeom prst="rect">
            <a:avLst/>
          </a:prstGeom>
          <a:ln w="12700">
            <a:solidFill>
              <a:srgbClr val="AAB4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App Data Suggestions tab  ·  real result from a live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What's actually new here — for the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None of the individual algorithms are new — hashing, random forest, K-means, linear regression, extractive QA are all textbook.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Reliability-ordered discovery, not LLM-first — cheapest/most certain signal tried first.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A deterministic gate around every non-deterministic component — applied independently in 3 unrelated subsystems.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A single-app lookup reused unchanged as a whole-system inventory (zero new discovery logic).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D4E"/>
                </a:solidFill>
                <a:latin typeface="Calibri"/>
              </a:rPr>
              <a:t>•  On-demand provenance for every displayed total, not just ML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Novelty  ·  docs/METHODOLOGY.md Section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Duplicate detection is exact-match only — near-duplicates are out of scope.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Known-service labels are default-location hints, not verified facts — a custom install won't match.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Without --enable-audit, activity attribution is file-ownership based, not per-operation.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The LLM tier's own confidence score is not trustworthy alone — verified, not assumed.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No feedback loop yet records a user's accept/reject decision on a suggestion.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Known limitations  ·  docs/METHODOLOGY.md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Tested for real, not just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215 automated tests — non-GUI logic, plus GUI logic exercised via offscreen Qt.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Real subprocesses tested for /proc-based discovery — not mocked.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The LLM tier tested against the real model — its calibration bugs are permanent regression tests.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Fully offline: no network calls at runtime, no GPU, no API keys, no external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Verification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3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538A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D4E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47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Multi-folder &amp; scheduled scanning; incremental scanning for large, slow-changing trees.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Detect and prefer an already-running local LLM (e.g. Ollama) instead of always bundling one.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A feedback-loop table recording accept/reject on every suggestion — the prerequisite for personalization.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D4E"/>
                </a:solidFill>
                <a:latin typeface="Calibri"/>
              </a:rPr>
              <a:t>•  Multi-host aggregation — a fleet-wide storage inventory across several machines.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F70"/>
                </a:solidFill>
                <a:latin typeface="Calibri"/>
              </a:rPr>
              <a:t>Storage AI  ·  Future work  ·  see future_plan.md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DBE4F0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DBE4F0"/>
                </a:solidFill>
                <a:latin typeface="Calibri"/>
              </a:rPr>
              <a:t>docs/METHODOLOGY.md  ·  ReadMe.md  ·  future_plan.md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